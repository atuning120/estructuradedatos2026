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8"/>
  </p:notesMasterIdLst>
  <p:sldIdLst>
    <p:sldId id="256" r:id="rId2"/>
    <p:sldId id="270" r:id="rId3"/>
    <p:sldId id="271" r:id="rId4"/>
    <p:sldId id="258" r:id="rId5"/>
    <p:sldId id="269" r:id="rId6"/>
    <p:sldId id="272" r:id="rId7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EBDD"/>
    <a:srgbClr val="FFFFFF"/>
    <a:srgbClr val="B0EBDF"/>
    <a:srgbClr val="AEEBDE"/>
    <a:srgbClr val="3879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27B22-D443-49C1-9EFF-D902DE12A18D}" type="datetimeFigureOut">
              <a:rPr lang="es-US" smtClean="0"/>
              <a:t>9/24/2024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C4E90-3289-46AF-96A6-2DBF2E2B91D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91258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9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6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6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3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8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7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3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63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8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7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1D983374-3839-4F06-972D-B4C3CF238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Imagen 12" descr="Texto&#10;&#10;Descripción generada automáticamente">
            <a:extLst>
              <a:ext uri="{FF2B5EF4-FFF2-40B4-BE49-F238E27FC236}">
                <a16:creationId xmlns:a16="http://schemas.microsoft.com/office/drawing/2014/main" id="{B4E364F7-5AF5-E8A7-0A89-CBD43F92B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47" b="-1"/>
          <a:stretch/>
        </p:blipFill>
        <p:spPr>
          <a:xfrm>
            <a:off x="4285860" y="10"/>
            <a:ext cx="7906139" cy="6857989"/>
          </a:xfrm>
          <a:prstGeom prst="rect">
            <a:avLst/>
          </a:prstGeom>
        </p:spPr>
      </p:pic>
      <p:sp useBgFill="1">
        <p:nvSpPr>
          <p:cNvPr id="30" name="Freeform: Shape 21">
            <a:extLst>
              <a:ext uri="{FF2B5EF4-FFF2-40B4-BE49-F238E27FC236}">
                <a16:creationId xmlns:a16="http://schemas.microsoft.com/office/drawing/2014/main" id="{F1D5403D-09EC-41DB-B916-A09C0E5A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592970" cy="6858000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41CD04-D3BE-4F06-6B25-E78207544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556" y="2062162"/>
            <a:ext cx="4197073" cy="2387600"/>
          </a:xfrm>
        </p:spPr>
        <p:txBody>
          <a:bodyPr>
            <a:normAutofit fontScale="90000"/>
          </a:bodyPr>
          <a:lstStyle/>
          <a:p>
            <a:r>
              <a:rPr lang="es-ES" dirty="0"/>
              <a:t>Tutoría de Estructura de datos </a:t>
            </a:r>
            <a:r>
              <a:rPr lang="es-ES" dirty="0" err="1"/>
              <a:t>N°</a:t>
            </a:r>
            <a:r>
              <a:rPr lang="es-ES"/>
              <a:t> 3</a:t>
            </a:r>
            <a:endParaRPr lang="es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FF6817-AA05-5881-8E4F-D54B6CF37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5529" y="4647067"/>
            <a:ext cx="3541909" cy="2387600"/>
          </a:xfrm>
        </p:spPr>
        <p:txBody>
          <a:bodyPr>
            <a:normAutofit/>
          </a:bodyPr>
          <a:lstStyle/>
          <a:p>
            <a:r>
              <a:rPr lang="es-ES" dirty="0"/>
              <a:t>Cristian Nuñez</a:t>
            </a:r>
          </a:p>
          <a:p>
            <a:endParaRPr lang="es-ES" dirty="0"/>
          </a:p>
          <a:p>
            <a:endParaRPr lang="es-US" dirty="0"/>
          </a:p>
        </p:txBody>
      </p:sp>
      <p:pic>
        <p:nvPicPr>
          <p:cNvPr id="15" name="Imagen 14" descr="Un letrero de color blanco&#10;&#10;Descripción generada automáticamente con confianza baja">
            <a:extLst>
              <a:ext uri="{FF2B5EF4-FFF2-40B4-BE49-F238E27FC236}">
                <a16:creationId xmlns:a16="http://schemas.microsoft.com/office/drawing/2014/main" id="{EA7ACE99-7743-C979-B160-4597CA57B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534" y="152423"/>
            <a:ext cx="1175704" cy="1175704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24273C79-933D-3F82-BDB5-4D1DD8B2B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217" y="152423"/>
            <a:ext cx="1175704" cy="11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09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B4AF-2CE3-3F04-39CF-B679E385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550" y="-458983"/>
            <a:ext cx="10972800" cy="1325563"/>
          </a:xfrm>
        </p:spPr>
        <p:txBody>
          <a:bodyPr/>
          <a:lstStyle/>
          <a:p>
            <a:r>
              <a:rPr lang="es-ES" dirty="0"/>
              <a:t>Ruteo </a:t>
            </a:r>
            <a:endParaRPr lang="es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685032-2AF9-F046-2869-12857A7D8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56" y="1763394"/>
            <a:ext cx="3258005" cy="357237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F37A4FF-B667-086B-8EFC-8C6C962D7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887" y="1592440"/>
            <a:ext cx="3527213" cy="26479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B40CF66-12F2-1840-C760-5744C0BA2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114" y="1124542"/>
            <a:ext cx="3286584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7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B4AF-2CE3-3F04-39CF-B679E385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550" y="-458983"/>
            <a:ext cx="10972800" cy="1325563"/>
          </a:xfrm>
        </p:spPr>
        <p:txBody>
          <a:bodyPr/>
          <a:lstStyle/>
          <a:p>
            <a:r>
              <a:rPr lang="es-ES" dirty="0"/>
              <a:t>Ruteo </a:t>
            </a: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453C03-4EF3-C294-C24D-15F802F5B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166" y="694943"/>
            <a:ext cx="4963218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D22CD-79DC-313C-0222-F81A9A0F7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0" y="115847"/>
            <a:ext cx="8414657" cy="1325563"/>
          </a:xfrm>
          <a:noFill/>
        </p:spPr>
        <p:txBody>
          <a:bodyPr>
            <a:normAutofit/>
          </a:bodyPr>
          <a:lstStyle/>
          <a:p>
            <a:r>
              <a:rPr lang="es-ES" dirty="0">
                <a:solidFill>
                  <a:srgbClr val="B0EBDF"/>
                </a:solidFill>
              </a:rPr>
              <a:t>Complejidad algorítmica</a:t>
            </a:r>
            <a:endParaRPr lang="es-US" dirty="0">
              <a:solidFill>
                <a:srgbClr val="B0EBDF"/>
              </a:solidFill>
            </a:endParaRPr>
          </a:p>
        </p:txBody>
      </p:sp>
      <p:pic>
        <p:nvPicPr>
          <p:cNvPr id="1026" name="Picture 2" descr="La complejidad de los algoritmos – Europeanvalley">
            <a:extLst>
              <a:ext uri="{FF2B5EF4-FFF2-40B4-BE49-F238E27FC236}">
                <a16:creationId xmlns:a16="http://schemas.microsoft.com/office/drawing/2014/main" id="{D7DBB3DB-4013-FD9D-1002-6E8DACBB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74" y="1584411"/>
            <a:ext cx="7551251" cy="527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683CAB8-D453-63B4-FDDC-79426C34DCB5}"/>
              </a:ext>
            </a:extLst>
          </p:cNvPr>
          <p:cNvSpPr txBox="1"/>
          <p:nvPr/>
        </p:nvSpPr>
        <p:spPr>
          <a:xfrm>
            <a:off x="8313212" y="1702398"/>
            <a:ext cx="676712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Peor de los casos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Mejor de los casos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T(n)</a:t>
            </a:r>
          </a:p>
        </p:txBody>
      </p:sp>
    </p:spTree>
    <p:extLst>
      <p:ext uri="{BB962C8B-B14F-4D97-AF65-F5344CB8AC3E}">
        <p14:creationId xmlns:p14="http://schemas.microsoft.com/office/powerpoint/2010/main" val="266256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B4AF-2CE3-3F04-39CF-B679E385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6911" y="-147484"/>
            <a:ext cx="10972800" cy="1325563"/>
          </a:xfrm>
        </p:spPr>
        <p:txBody>
          <a:bodyPr/>
          <a:lstStyle/>
          <a:p>
            <a:r>
              <a:rPr lang="es-ES" dirty="0"/>
              <a:t>Complejidad </a:t>
            </a:r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BBF1E9-7764-92E6-6703-E9044581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114" y="1709135"/>
            <a:ext cx="7322000" cy="429915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37A0836-A724-6EEC-908F-359EFD98EA2B}"/>
              </a:ext>
            </a:extLst>
          </p:cNvPr>
          <p:cNvSpPr txBox="1"/>
          <p:nvPr/>
        </p:nvSpPr>
        <p:spPr>
          <a:xfrm>
            <a:off x="391887" y="1859340"/>
            <a:ext cx="40862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Calcular: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Mejor caso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Pero caso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Complejidad algorítmica</a:t>
            </a:r>
          </a:p>
          <a:p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1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6B4AF-2CE3-3F04-39CF-B679E385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2077" y="-378596"/>
            <a:ext cx="10972800" cy="1325563"/>
          </a:xfrm>
        </p:spPr>
        <p:txBody>
          <a:bodyPr/>
          <a:lstStyle/>
          <a:p>
            <a:r>
              <a:rPr lang="es-ES" dirty="0"/>
              <a:t>Listas enlazadas  </a:t>
            </a:r>
            <a:endParaRPr lang="es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7A0836-A724-6EEC-908F-359EFD98EA2B}"/>
              </a:ext>
            </a:extLst>
          </p:cNvPr>
          <p:cNvSpPr txBox="1"/>
          <p:nvPr/>
        </p:nvSpPr>
        <p:spPr>
          <a:xfrm>
            <a:off x="512468" y="3678091"/>
            <a:ext cx="10902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Desafío:</a:t>
            </a:r>
          </a:p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Tengo una lista enlazada que almacena números de forma desordenada desde el 1 hasta el 100.</a:t>
            </a:r>
          </a:p>
          <a:p>
            <a:endParaRPr lang="es-ES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s-E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Crear una función que pueda eliminar todos los números pares y primos de la lista enlazada y calcular la complejidad algorítmica de la función.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5B06C9-25B6-4FD6-88E5-80AC41FF0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950" y="434910"/>
            <a:ext cx="3457769" cy="314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62983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81</Words>
  <Application>Microsoft Office PowerPoint</Application>
  <PresentationFormat>Panorámica</PresentationFormat>
  <Paragraphs>26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ADLaM Display</vt:lpstr>
      <vt:lpstr>Aptos</vt:lpstr>
      <vt:lpstr>Arial</vt:lpstr>
      <vt:lpstr>Avenir Next LT Pro</vt:lpstr>
      <vt:lpstr>Posterama</vt:lpstr>
      <vt:lpstr>SplashVTI</vt:lpstr>
      <vt:lpstr>Tutoría de Estructura de datos N° 3</vt:lpstr>
      <vt:lpstr>Ruteo </vt:lpstr>
      <vt:lpstr>Ruteo </vt:lpstr>
      <vt:lpstr>Complejidad algorítmica</vt:lpstr>
      <vt:lpstr>Complejidad </vt:lpstr>
      <vt:lpstr>Listas enlazadas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nuñez</dc:creator>
  <cp:lastModifiedBy>Cristian Nuñez Nuñez</cp:lastModifiedBy>
  <cp:revision>16</cp:revision>
  <dcterms:created xsi:type="dcterms:W3CDTF">2024-08-26T19:39:28Z</dcterms:created>
  <dcterms:modified xsi:type="dcterms:W3CDTF">2024-09-25T02:27:25Z</dcterms:modified>
</cp:coreProperties>
</file>