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12"/>
  </p:notesMasterIdLst>
  <p:sldIdLst>
    <p:sldId id="256" r:id="rId2"/>
    <p:sldId id="258" r:id="rId3"/>
    <p:sldId id="266" r:id="rId4"/>
    <p:sldId id="262" r:id="rId5"/>
    <p:sldId id="264" r:id="rId6"/>
    <p:sldId id="265" r:id="rId7"/>
    <p:sldId id="263" r:id="rId8"/>
    <p:sldId id="268" r:id="rId9"/>
    <p:sldId id="267" r:id="rId10"/>
    <p:sldId id="269" r:id="rId11"/>
  </p:sldIdLst>
  <p:sldSz cx="12192000" cy="6858000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EBDD"/>
    <a:srgbClr val="FFFFFF"/>
    <a:srgbClr val="B0EBDF"/>
    <a:srgbClr val="AEEBDE"/>
    <a:srgbClr val="3879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27B22-D443-49C1-9EFF-D902DE12A18D}" type="datetimeFigureOut">
              <a:rPr lang="es-US" smtClean="0"/>
              <a:t>9/11/2024</a:t>
            </a:fld>
            <a:endParaRPr lang="es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C4E90-3289-46AF-96A6-2DBF2E2B91DB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912588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4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9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63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6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9/11/2024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9/11/2024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3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9/11/2024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88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74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3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63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8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5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7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9" name="Rectangle 19">
            <a:extLst>
              <a:ext uri="{FF2B5EF4-FFF2-40B4-BE49-F238E27FC236}">
                <a16:creationId xmlns:a16="http://schemas.microsoft.com/office/drawing/2014/main" id="{1D983374-3839-4F06-972D-B4C3CF238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Imagen 12" descr="Texto&#10;&#10;Descripción generada automáticamente">
            <a:extLst>
              <a:ext uri="{FF2B5EF4-FFF2-40B4-BE49-F238E27FC236}">
                <a16:creationId xmlns:a16="http://schemas.microsoft.com/office/drawing/2014/main" id="{B4E364F7-5AF5-E8A7-0A89-CBD43F92B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47" b="-1"/>
          <a:stretch/>
        </p:blipFill>
        <p:spPr>
          <a:xfrm>
            <a:off x="4285860" y="10"/>
            <a:ext cx="7906139" cy="6857989"/>
          </a:xfrm>
          <a:prstGeom prst="rect">
            <a:avLst/>
          </a:prstGeom>
        </p:spPr>
      </p:pic>
      <p:sp useBgFill="1">
        <p:nvSpPr>
          <p:cNvPr id="30" name="Freeform: Shape 21">
            <a:extLst>
              <a:ext uri="{FF2B5EF4-FFF2-40B4-BE49-F238E27FC236}">
                <a16:creationId xmlns:a16="http://schemas.microsoft.com/office/drawing/2014/main" id="{F1D5403D-09EC-41DB-B916-A09C0E5A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592970" cy="6858000"/>
          </a:xfrm>
          <a:custGeom>
            <a:avLst/>
            <a:gdLst>
              <a:gd name="connsiteX0" fmla="*/ 4912746 w 5592970"/>
              <a:gd name="connsiteY0" fmla="*/ 2355321 h 6897159"/>
              <a:gd name="connsiteX1" fmla="*/ 4714738 w 5592970"/>
              <a:gd name="connsiteY1" fmla="*/ 2553329 h 6897159"/>
              <a:gd name="connsiteX2" fmla="*/ 4912746 w 5592970"/>
              <a:gd name="connsiteY2" fmla="*/ 2751337 h 6897159"/>
              <a:gd name="connsiteX3" fmla="*/ 5110754 w 5592970"/>
              <a:gd name="connsiteY3" fmla="*/ 2553329 h 6897159"/>
              <a:gd name="connsiteX4" fmla="*/ 4912746 w 5592970"/>
              <a:gd name="connsiteY4" fmla="*/ 2355321 h 6897159"/>
              <a:gd name="connsiteX5" fmla="*/ 4769785 w 5592970"/>
              <a:gd name="connsiteY5" fmla="*/ 1301525 h 6897159"/>
              <a:gd name="connsiteX6" fmla="*/ 4358192 w 5592970"/>
              <a:gd name="connsiteY6" fmla="*/ 1713118 h 6897159"/>
              <a:gd name="connsiteX7" fmla="*/ 4769785 w 5592970"/>
              <a:gd name="connsiteY7" fmla="*/ 2124711 h 6897159"/>
              <a:gd name="connsiteX8" fmla="*/ 5181378 w 5592970"/>
              <a:gd name="connsiteY8" fmla="*/ 1713118 h 6897159"/>
              <a:gd name="connsiteX9" fmla="*/ 4769785 w 5592970"/>
              <a:gd name="connsiteY9" fmla="*/ 1301525 h 6897159"/>
              <a:gd name="connsiteX10" fmla="*/ 1485712 w 5592970"/>
              <a:gd name="connsiteY10" fmla="*/ 0 h 6897159"/>
              <a:gd name="connsiteX11" fmla="*/ 1911850 w 5592970"/>
              <a:gd name="connsiteY11" fmla="*/ 0 h 6897159"/>
              <a:gd name="connsiteX12" fmla="*/ 4693359 w 5592970"/>
              <a:gd name="connsiteY12" fmla="*/ 0 h 6897159"/>
              <a:gd name="connsiteX13" fmla="*/ 4687196 w 5592970"/>
              <a:gd name="connsiteY13" fmla="*/ 186052 h 6897159"/>
              <a:gd name="connsiteX14" fmla="*/ 4689492 w 5592970"/>
              <a:gd name="connsiteY14" fmla="*/ 422393 h 6897159"/>
              <a:gd name="connsiteX15" fmla="*/ 5029277 w 5592970"/>
              <a:gd name="connsiteY15" fmla="*/ 1074198 h 6897159"/>
              <a:gd name="connsiteX16" fmla="*/ 5368989 w 5592970"/>
              <a:gd name="connsiteY16" fmla="*/ 2604190 h 6897159"/>
              <a:gd name="connsiteX17" fmla="*/ 5030698 w 5592970"/>
              <a:gd name="connsiteY17" fmla="*/ 3182337 h 6897159"/>
              <a:gd name="connsiteX18" fmla="*/ 4910556 w 5592970"/>
              <a:gd name="connsiteY18" fmla="*/ 4667756 h 6897159"/>
              <a:gd name="connsiteX19" fmla="*/ 5374561 w 5592970"/>
              <a:gd name="connsiteY19" fmla="*/ 5703238 h 6897159"/>
              <a:gd name="connsiteX20" fmla="*/ 5591170 w 5592970"/>
              <a:gd name="connsiteY20" fmla="*/ 6745970 h 6897159"/>
              <a:gd name="connsiteX21" fmla="*/ 5592970 w 5592970"/>
              <a:gd name="connsiteY21" fmla="*/ 6897158 h 6897159"/>
              <a:gd name="connsiteX22" fmla="*/ 2734191 w 5592970"/>
              <a:gd name="connsiteY22" fmla="*/ 6897158 h 6897159"/>
              <a:gd name="connsiteX23" fmla="*/ 2734191 w 5592970"/>
              <a:gd name="connsiteY23" fmla="*/ 6897159 h 6897159"/>
              <a:gd name="connsiteX24" fmla="*/ 0 w 5592970"/>
              <a:gd name="connsiteY24" fmla="*/ 6897159 h 6897159"/>
              <a:gd name="connsiteX25" fmla="*/ 0 w 5592970"/>
              <a:gd name="connsiteY25" fmla="*/ 1 h 6897159"/>
              <a:gd name="connsiteX26" fmla="*/ 1485712 w 5592970"/>
              <a:gd name="connsiteY26" fmla="*/ 1 h 6897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592970" h="6897159">
                <a:moveTo>
                  <a:pt x="4912746" y="2355321"/>
                </a:moveTo>
                <a:cubicBezTo>
                  <a:pt x="4803389" y="2355321"/>
                  <a:pt x="4714738" y="2443972"/>
                  <a:pt x="4714738" y="2553329"/>
                </a:cubicBezTo>
                <a:cubicBezTo>
                  <a:pt x="4714738" y="2662686"/>
                  <a:pt x="4803389" y="2751337"/>
                  <a:pt x="4912746" y="2751337"/>
                </a:cubicBezTo>
                <a:cubicBezTo>
                  <a:pt x="5022103" y="2751337"/>
                  <a:pt x="5110754" y="2662686"/>
                  <a:pt x="5110754" y="2553329"/>
                </a:cubicBezTo>
                <a:cubicBezTo>
                  <a:pt x="5110754" y="2443972"/>
                  <a:pt x="5022103" y="2355321"/>
                  <a:pt x="4912746" y="2355321"/>
                </a:cubicBezTo>
                <a:close/>
                <a:moveTo>
                  <a:pt x="4769785" y="1301525"/>
                </a:moveTo>
                <a:cubicBezTo>
                  <a:pt x="4542468" y="1301525"/>
                  <a:pt x="4358192" y="1485801"/>
                  <a:pt x="4358192" y="1713118"/>
                </a:cubicBezTo>
                <a:cubicBezTo>
                  <a:pt x="4358192" y="1940435"/>
                  <a:pt x="4542468" y="2124711"/>
                  <a:pt x="4769785" y="2124711"/>
                </a:cubicBezTo>
                <a:cubicBezTo>
                  <a:pt x="4997102" y="2124711"/>
                  <a:pt x="5181378" y="1940435"/>
                  <a:pt x="5181378" y="1713118"/>
                </a:cubicBezTo>
                <a:cubicBezTo>
                  <a:pt x="5181378" y="1485801"/>
                  <a:pt x="4997102" y="1301525"/>
                  <a:pt x="4769785" y="1301525"/>
                </a:cubicBezTo>
                <a:close/>
                <a:moveTo>
                  <a:pt x="1485712" y="0"/>
                </a:moveTo>
                <a:lnTo>
                  <a:pt x="1911850" y="0"/>
                </a:lnTo>
                <a:lnTo>
                  <a:pt x="4693359" y="0"/>
                </a:lnTo>
                <a:lnTo>
                  <a:pt x="4687196" y="186052"/>
                </a:lnTo>
                <a:cubicBezTo>
                  <a:pt x="4686166" y="265025"/>
                  <a:pt x="4686829" y="343862"/>
                  <a:pt x="4689492" y="422393"/>
                </a:cubicBezTo>
                <a:cubicBezTo>
                  <a:pt x="4699496" y="713539"/>
                  <a:pt x="4872938" y="896626"/>
                  <a:pt x="5029277" y="1074198"/>
                </a:cubicBezTo>
                <a:cubicBezTo>
                  <a:pt x="5418992" y="1516672"/>
                  <a:pt x="5551614" y="2043761"/>
                  <a:pt x="5368989" y="2604190"/>
                </a:cubicBezTo>
                <a:cubicBezTo>
                  <a:pt x="5298163" y="2821542"/>
                  <a:pt x="5160452" y="3010355"/>
                  <a:pt x="5030698" y="3182337"/>
                </a:cubicBezTo>
                <a:cubicBezTo>
                  <a:pt x="4682698" y="3643429"/>
                  <a:pt x="4696957" y="4178177"/>
                  <a:pt x="4910556" y="4667756"/>
                </a:cubicBezTo>
                <a:cubicBezTo>
                  <a:pt x="5062728" y="5015306"/>
                  <a:pt x="5245193" y="5341884"/>
                  <a:pt x="5374561" y="5703238"/>
                </a:cubicBezTo>
                <a:cubicBezTo>
                  <a:pt x="5500512" y="6053410"/>
                  <a:pt x="5575240" y="6402760"/>
                  <a:pt x="5591170" y="6745970"/>
                </a:cubicBezTo>
                <a:lnTo>
                  <a:pt x="5592970" y="6897158"/>
                </a:lnTo>
                <a:lnTo>
                  <a:pt x="2734191" y="6897158"/>
                </a:lnTo>
                <a:lnTo>
                  <a:pt x="2734191" y="6897159"/>
                </a:lnTo>
                <a:lnTo>
                  <a:pt x="0" y="6897159"/>
                </a:lnTo>
                <a:lnTo>
                  <a:pt x="0" y="1"/>
                </a:lnTo>
                <a:lnTo>
                  <a:pt x="1485712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41CD04-D3BE-4F06-6B25-E78207544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6556" y="2062162"/>
            <a:ext cx="4197073" cy="2387600"/>
          </a:xfrm>
        </p:spPr>
        <p:txBody>
          <a:bodyPr>
            <a:normAutofit fontScale="90000"/>
          </a:bodyPr>
          <a:lstStyle/>
          <a:p>
            <a:r>
              <a:rPr lang="es-ES" dirty="0"/>
              <a:t>Tutoría de Estructura de datos </a:t>
            </a:r>
            <a:r>
              <a:rPr lang="es-ES" dirty="0" err="1"/>
              <a:t>N°</a:t>
            </a:r>
            <a:r>
              <a:rPr lang="es-ES" dirty="0"/>
              <a:t> 2</a:t>
            </a:r>
            <a:endParaRPr lang="es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FF6817-AA05-5881-8E4F-D54B6CF37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5529" y="4647067"/>
            <a:ext cx="3541909" cy="2387600"/>
          </a:xfrm>
        </p:spPr>
        <p:txBody>
          <a:bodyPr>
            <a:normAutofit/>
          </a:bodyPr>
          <a:lstStyle/>
          <a:p>
            <a:r>
              <a:rPr lang="es-ES" dirty="0"/>
              <a:t>Cristian Nuñez</a:t>
            </a:r>
          </a:p>
          <a:p>
            <a:endParaRPr lang="es-ES" dirty="0"/>
          </a:p>
          <a:p>
            <a:endParaRPr lang="es-US" dirty="0"/>
          </a:p>
        </p:txBody>
      </p:sp>
      <p:pic>
        <p:nvPicPr>
          <p:cNvPr id="15" name="Imagen 14" descr="Un letrero de color blanco&#10;&#10;Descripción generada automáticamente con confianza baja">
            <a:extLst>
              <a:ext uri="{FF2B5EF4-FFF2-40B4-BE49-F238E27FC236}">
                <a16:creationId xmlns:a16="http://schemas.microsoft.com/office/drawing/2014/main" id="{EA7ACE99-7743-C979-B160-4597CA57B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34" y="152423"/>
            <a:ext cx="1175704" cy="1175704"/>
          </a:xfrm>
          <a:prstGeom prst="rect">
            <a:avLst/>
          </a:prstGeom>
        </p:spPr>
      </p:pic>
      <p:pic>
        <p:nvPicPr>
          <p:cNvPr id="17" name="Imagen 16" descr="Logotipo&#10;&#10;Descripción generada automáticamente">
            <a:extLst>
              <a:ext uri="{FF2B5EF4-FFF2-40B4-BE49-F238E27FC236}">
                <a16:creationId xmlns:a16="http://schemas.microsoft.com/office/drawing/2014/main" id="{24273C79-933D-3F82-BDB5-4D1DD8B2B9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217" y="152423"/>
            <a:ext cx="1175704" cy="117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09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D22CD-79DC-313C-0222-F81A9A0F7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0" y="115847"/>
            <a:ext cx="8414657" cy="1325563"/>
          </a:xfrm>
          <a:noFill/>
        </p:spPr>
        <p:txBody>
          <a:bodyPr>
            <a:normAutofit/>
          </a:bodyPr>
          <a:lstStyle/>
          <a:p>
            <a:r>
              <a:rPr lang="es-ES" dirty="0">
                <a:solidFill>
                  <a:srgbClr val="B0EBDF"/>
                </a:solidFill>
              </a:rPr>
              <a:t>Complejidad algorítmica</a:t>
            </a:r>
            <a:endParaRPr lang="es-US" dirty="0">
              <a:solidFill>
                <a:srgbClr val="B0EBDF"/>
              </a:solidFill>
            </a:endParaRPr>
          </a:p>
        </p:txBody>
      </p:sp>
      <p:pic>
        <p:nvPicPr>
          <p:cNvPr id="1026" name="Picture 2" descr="La complejidad de los algoritmos – Europeanvalley">
            <a:extLst>
              <a:ext uri="{FF2B5EF4-FFF2-40B4-BE49-F238E27FC236}">
                <a16:creationId xmlns:a16="http://schemas.microsoft.com/office/drawing/2014/main" id="{D7DBB3DB-4013-FD9D-1002-6E8DACBB0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74" y="1584411"/>
            <a:ext cx="7551251" cy="527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683CAB8-D453-63B4-FDDC-79426C34DCB5}"/>
              </a:ext>
            </a:extLst>
          </p:cNvPr>
          <p:cNvSpPr txBox="1"/>
          <p:nvPr/>
        </p:nvSpPr>
        <p:spPr>
          <a:xfrm>
            <a:off x="8313212" y="1702398"/>
            <a:ext cx="676712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Peor de los casos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Mejor de los casos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T(n)</a:t>
            </a:r>
          </a:p>
        </p:txBody>
      </p:sp>
    </p:spTree>
    <p:extLst>
      <p:ext uri="{BB962C8B-B14F-4D97-AF65-F5344CB8AC3E}">
        <p14:creationId xmlns:p14="http://schemas.microsoft.com/office/powerpoint/2010/main" val="2662564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D22CD-79DC-313C-0222-F81A9A0F7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0" y="115847"/>
            <a:ext cx="8414657" cy="1325563"/>
          </a:xfrm>
          <a:noFill/>
        </p:spPr>
        <p:txBody>
          <a:bodyPr>
            <a:normAutofit/>
          </a:bodyPr>
          <a:lstStyle/>
          <a:p>
            <a:r>
              <a:rPr lang="es-ES" dirty="0">
                <a:solidFill>
                  <a:srgbClr val="B0EBDF"/>
                </a:solidFill>
              </a:rPr>
              <a:t>Complejidad algorítmica</a:t>
            </a:r>
            <a:endParaRPr lang="es-US" dirty="0">
              <a:solidFill>
                <a:srgbClr val="B0EBDF"/>
              </a:solidFill>
            </a:endParaRPr>
          </a:p>
        </p:txBody>
      </p:sp>
      <p:pic>
        <p:nvPicPr>
          <p:cNvPr id="4" name="Picture 2" descr="What is the logarithmic runtime O(log(n))? - DEV Community">
            <a:extLst>
              <a:ext uri="{FF2B5EF4-FFF2-40B4-BE49-F238E27FC236}">
                <a16:creationId xmlns:a16="http://schemas.microsoft.com/office/drawing/2014/main" id="{75732E63-E993-3831-BD79-7D276E26B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016" y="1562100"/>
            <a:ext cx="7858125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098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chemeClr val="accent6">
                <a:lumMod val="60000"/>
                <a:lumOff val="40000"/>
              </a:schemeClr>
            </a:gs>
            <a:gs pos="0">
              <a:schemeClr val="accent6">
                <a:lumMod val="75000"/>
              </a:schemeClr>
            </a:gs>
            <a:gs pos="63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6BDF4D-4826-490A-8307-7247A295E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0FF4CF-25CB-4537-9BBF-28B36C76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5328" y="1352190"/>
            <a:ext cx="7823624" cy="5505810"/>
          </a:xfrm>
          <a:custGeom>
            <a:avLst/>
            <a:gdLst>
              <a:gd name="connsiteX0" fmla="*/ 7676365 w 7823624"/>
              <a:gd name="connsiteY0" fmla="*/ 583688 h 5505810"/>
              <a:gd name="connsiteX1" fmla="*/ 7807957 w 7823624"/>
              <a:gd name="connsiteY1" fmla="*/ 609260 h 5505810"/>
              <a:gd name="connsiteX2" fmla="*/ 7823624 w 7823624"/>
              <a:gd name="connsiteY2" fmla="*/ 618028 h 5505810"/>
              <a:gd name="connsiteX3" fmla="*/ 7823624 w 7823624"/>
              <a:gd name="connsiteY3" fmla="*/ 1356037 h 5505810"/>
              <a:gd name="connsiteX4" fmla="*/ 7783921 w 7823624"/>
              <a:gd name="connsiteY4" fmla="*/ 1367061 h 5505810"/>
              <a:gd name="connsiteX5" fmla="*/ 7685829 w 7823624"/>
              <a:gd name="connsiteY5" fmla="*/ 1364631 h 5505810"/>
              <a:gd name="connsiteX6" fmla="*/ 7556041 w 7823624"/>
              <a:gd name="connsiteY6" fmla="*/ 1308528 h 5505810"/>
              <a:gd name="connsiteX7" fmla="*/ 7412440 w 7823624"/>
              <a:gd name="connsiteY7" fmla="*/ 765688 h 5505810"/>
              <a:gd name="connsiteX8" fmla="*/ 7676365 w 7823624"/>
              <a:gd name="connsiteY8" fmla="*/ 583688 h 5505810"/>
              <a:gd name="connsiteX9" fmla="*/ 7062857 w 7823624"/>
              <a:gd name="connsiteY9" fmla="*/ 396783 h 5505810"/>
              <a:gd name="connsiteX10" fmla="*/ 7127059 w 7823624"/>
              <a:gd name="connsiteY10" fmla="*/ 424535 h 5505810"/>
              <a:gd name="connsiteX11" fmla="*/ 7198094 w 7823624"/>
              <a:gd name="connsiteY11" fmla="*/ 693059 h 5505810"/>
              <a:gd name="connsiteX12" fmla="*/ 7099157 w 7823624"/>
              <a:gd name="connsiteY12" fmla="*/ 778505 h 5505810"/>
              <a:gd name="connsiteX13" fmla="*/ 7034998 w 7823624"/>
              <a:gd name="connsiteY13" fmla="*/ 780480 h 5505810"/>
              <a:gd name="connsiteX14" fmla="*/ 6970795 w 7823624"/>
              <a:gd name="connsiteY14" fmla="*/ 752727 h 5505810"/>
              <a:gd name="connsiteX15" fmla="*/ 6899760 w 7823624"/>
              <a:gd name="connsiteY15" fmla="*/ 484203 h 5505810"/>
              <a:gd name="connsiteX16" fmla="*/ 7062857 w 7823624"/>
              <a:gd name="connsiteY16" fmla="*/ 396783 h 5505810"/>
              <a:gd name="connsiteX17" fmla="*/ 1780739 w 7823624"/>
              <a:gd name="connsiteY17" fmla="*/ 1190 h 5505810"/>
              <a:gd name="connsiteX18" fmla="*/ 2850847 w 7823624"/>
              <a:gd name="connsiteY18" fmla="*/ 384530 h 5505810"/>
              <a:gd name="connsiteX19" fmla="*/ 3809413 w 7823624"/>
              <a:gd name="connsiteY19" fmla="*/ 1153764 h 5505810"/>
              <a:gd name="connsiteX20" fmla="*/ 5160376 w 7823624"/>
              <a:gd name="connsiteY20" fmla="*/ 1003825 h 5505810"/>
              <a:gd name="connsiteX21" fmla="*/ 5677238 w 7823624"/>
              <a:gd name="connsiteY21" fmla="*/ 480424 h 5505810"/>
              <a:gd name="connsiteX22" fmla="*/ 7082965 w 7823624"/>
              <a:gd name="connsiteY22" fmla="*/ 1065272 h 5505810"/>
              <a:gd name="connsiteX23" fmla="*/ 7687818 w 7823624"/>
              <a:gd name="connsiteY23" fmla="*/ 1625585 h 5505810"/>
              <a:gd name="connsiteX24" fmla="*/ 7823624 w 7823624"/>
              <a:gd name="connsiteY24" fmla="*/ 1633445 h 5505810"/>
              <a:gd name="connsiteX25" fmla="*/ 7823624 w 7823624"/>
              <a:gd name="connsiteY25" fmla="*/ 5505810 h 5505810"/>
              <a:gd name="connsiteX26" fmla="*/ 1419133 w 7823624"/>
              <a:gd name="connsiteY26" fmla="*/ 5505810 h 5505810"/>
              <a:gd name="connsiteX27" fmla="*/ 1422753 w 7823624"/>
              <a:gd name="connsiteY27" fmla="*/ 5488656 h 5505810"/>
              <a:gd name="connsiteX28" fmla="*/ 1543078 w 7823624"/>
              <a:gd name="connsiteY28" fmla="*/ 4961644 h 5505810"/>
              <a:gd name="connsiteX29" fmla="*/ 1334564 w 7823624"/>
              <a:gd name="connsiteY29" fmla="*/ 4133160 h 5505810"/>
              <a:gd name="connsiteX30" fmla="*/ 670875 w 7823624"/>
              <a:gd name="connsiteY30" fmla="*/ 3489628 h 5505810"/>
              <a:gd name="connsiteX31" fmla="*/ 499515 w 7823624"/>
              <a:gd name="connsiteY31" fmla="*/ 578153 h 5505810"/>
              <a:gd name="connsiteX32" fmla="*/ 1780739 w 7823624"/>
              <a:gd name="connsiteY32" fmla="*/ 1190 h 550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823624" h="5505810">
                <a:moveTo>
                  <a:pt x="7676365" y="583688"/>
                </a:moveTo>
                <a:cubicBezTo>
                  <a:pt x="7719804" y="582304"/>
                  <a:pt x="7764489" y="590613"/>
                  <a:pt x="7807957" y="609260"/>
                </a:cubicBezTo>
                <a:lnTo>
                  <a:pt x="7823624" y="618028"/>
                </a:lnTo>
                <a:lnTo>
                  <a:pt x="7823624" y="1356037"/>
                </a:lnTo>
                <a:lnTo>
                  <a:pt x="7783921" y="1367061"/>
                </a:lnTo>
                <a:cubicBezTo>
                  <a:pt x="7751926" y="1371702"/>
                  <a:pt x="7718882" y="1370985"/>
                  <a:pt x="7685829" y="1364631"/>
                </a:cubicBezTo>
                <a:cubicBezTo>
                  <a:pt x="7641760" y="1356162"/>
                  <a:pt x="7597675" y="1337676"/>
                  <a:pt x="7556041" y="1308528"/>
                </a:cubicBezTo>
                <a:cubicBezTo>
                  <a:pt x="7389499" y="1191936"/>
                  <a:pt x="7325207" y="948898"/>
                  <a:pt x="7412440" y="765688"/>
                </a:cubicBezTo>
                <a:cubicBezTo>
                  <a:pt x="7466961" y="651183"/>
                  <a:pt x="7567768" y="587147"/>
                  <a:pt x="7676365" y="583688"/>
                </a:cubicBezTo>
                <a:close/>
                <a:moveTo>
                  <a:pt x="7062857" y="396783"/>
                </a:moveTo>
                <a:cubicBezTo>
                  <a:pt x="7084657" y="400973"/>
                  <a:pt x="7106463" y="410117"/>
                  <a:pt x="7127059" y="424535"/>
                </a:cubicBezTo>
                <a:cubicBezTo>
                  <a:pt x="7209442" y="482209"/>
                  <a:pt x="7241245" y="602433"/>
                  <a:pt x="7198094" y="693059"/>
                </a:cubicBezTo>
                <a:cubicBezTo>
                  <a:pt x="7176519" y="738373"/>
                  <a:pt x="7140289" y="767709"/>
                  <a:pt x="7099157" y="778505"/>
                </a:cubicBezTo>
                <a:cubicBezTo>
                  <a:pt x="7078590" y="783905"/>
                  <a:pt x="7056797" y="784670"/>
                  <a:pt x="7034998" y="780480"/>
                </a:cubicBezTo>
                <a:cubicBezTo>
                  <a:pt x="7013198" y="776289"/>
                  <a:pt x="6991391" y="767146"/>
                  <a:pt x="6970795" y="752727"/>
                </a:cubicBezTo>
                <a:cubicBezTo>
                  <a:pt x="6888412" y="695052"/>
                  <a:pt x="6856608" y="574829"/>
                  <a:pt x="6899760" y="484203"/>
                </a:cubicBezTo>
                <a:cubicBezTo>
                  <a:pt x="6932124" y="416232"/>
                  <a:pt x="6997458" y="384213"/>
                  <a:pt x="7062857" y="396783"/>
                </a:cubicBezTo>
                <a:close/>
                <a:moveTo>
                  <a:pt x="1780739" y="1190"/>
                </a:moveTo>
                <a:cubicBezTo>
                  <a:pt x="2129768" y="14988"/>
                  <a:pt x="2488852" y="148495"/>
                  <a:pt x="2850847" y="384530"/>
                </a:cubicBezTo>
                <a:cubicBezTo>
                  <a:pt x="3184362" y="601036"/>
                  <a:pt x="3487788" y="901267"/>
                  <a:pt x="3809413" y="1153764"/>
                </a:cubicBezTo>
                <a:cubicBezTo>
                  <a:pt x="4262448" y="1508236"/>
                  <a:pt x="4750558" y="1545992"/>
                  <a:pt x="5160376" y="1003825"/>
                </a:cubicBezTo>
                <a:cubicBezTo>
                  <a:pt x="5313232" y="801671"/>
                  <a:pt x="5481196" y="587300"/>
                  <a:pt x="5677238" y="480424"/>
                </a:cubicBezTo>
                <a:cubicBezTo>
                  <a:pt x="6182723" y="204840"/>
                  <a:pt x="6667481" y="431193"/>
                  <a:pt x="7082965" y="1065272"/>
                </a:cubicBezTo>
                <a:cubicBezTo>
                  <a:pt x="7249706" y="1319645"/>
                  <a:pt x="7421998" y="1601453"/>
                  <a:pt x="7687818" y="1625585"/>
                </a:cubicBezTo>
                <a:lnTo>
                  <a:pt x="7823624" y="1633445"/>
                </a:lnTo>
                <a:lnTo>
                  <a:pt x="7823624" y="5505810"/>
                </a:lnTo>
                <a:lnTo>
                  <a:pt x="1419133" y="5505810"/>
                </a:lnTo>
                <a:lnTo>
                  <a:pt x="1422753" y="5488656"/>
                </a:lnTo>
                <a:cubicBezTo>
                  <a:pt x="1462649" y="5312984"/>
                  <a:pt x="1506176" y="5138278"/>
                  <a:pt x="1543078" y="4961644"/>
                </a:cubicBezTo>
                <a:cubicBezTo>
                  <a:pt x="1609806" y="4640258"/>
                  <a:pt x="1539760" y="4343419"/>
                  <a:pt x="1334564" y="4133160"/>
                </a:cubicBezTo>
                <a:cubicBezTo>
                  <a:pt x="1117562" y="3910930"/>
                  <a:pt x="900716" y="3685928"/>
                  <a:pt x="670875" y="3489628"/>
                </a:cubicBezTo>
                <a:cubicBezTo>
                  <a:pt x="-321639" y="2642174"/>
                  <a:pt x="-67393" y="1165752"/>
                  <a:pt x="499515" y="578153"/>
                </a:cubicBezTo>
                <a:cubicBezTo>
                  <a:pt x="899852" y="163598"/>
                  <a:pt x="1331986" y="-16550"/>
                  <a:pt x="1780739" y="11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7579F4-7597-1088-4559-808EF88EB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-218614"/>
            <a:ext cx="10972800" cy="1570804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</a:rPr>
              <a:t>Complejidad algorítmica </a:t>
            </a:r>
            <a:endParaRPr lang="es-US" dirty="0">
              <a:solidFill>
                <a:srgbClr val="FFFFFF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31CE070-444F-E29C-AD0B-2F17AF914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40" y="2439107"/>
            <a:ext cx="5217140" cy="130769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D8CD260-3A95-6212-6F30-D9FF09C49361}"/>
              </a:ext>
            </a:extLst>
          </p:cNvPr>
          <p:cNvSpPr txBox="1"/>
          <p:nvPr/>
        </p:nvSpPr>
        <p:spPr>
          <a:xfrm>
            <a:off x="1911966" y="4161731"/>
            <a:ext cx="870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O(1)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622C2CD-4459-47B5-6758-23EE5C859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858" y="1570804"/>
            <a:ext cx="5217140" cy="378627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AB6F48E-4291-77A4-59A5-BC2F22D04BBB}"/>
              </a:ext>
            </a:extLst>
          </p:cNvPr>
          <p:cNvSpPr txBox="1"/>
          <p:nvPr/>
        </p:nvSpPr>
        <p:spPr>
          <a:xfrm>
            <a:off x="7842081" y="5575697"/>
            <a:ext cx="1990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O(log(n))</a:t>
            </a:r>
          </a:p>
        </p:txBody>
      </p:sp>
    </p:spTree>
    <p:extLst>
      <p:ext uri="{BB962C8B-B14F-4D97-AF65-F5344CB8AC3E}">
        <p14:creationId xmlns:p14="http://schemas.microsoft.com/office/powerpoint/2010/main" val="442168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chemeClr val="accent6">
                <a:lumMod val="60000"/>
                <a:lumOff val="40000"/>
              </a:schemeClr>
            </a:gs>
            <a:gs pos="0">
              <a:schemeClr val="accent6">
                <a:lumMod val="75000"/>
              </a:schemeClr>
            </a:gs>
            <a:gs pos="63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6BDF4D-4826-490A-8307-7247A295E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0FF4CF-25CB-4537-9BBF-28B36C76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5328" y="1352190"/>
            <a:ext cx="7823624" cy="5505810"/>
          </a:xfrm>
          <a:custGeom>
            <a:avLst/>
            <a:gdLst>
              <a:gd name="connsiteX0" fmla="*/ 7676365 w 7823624"/>
              <a:gd name="connsiteY0" fmla="*/ 583688 h 5505810"/>
              <a:gd name="connsiteX1" fmla="*/ 7807957 w 7823624"/>
              <a:gd name="connsiteY1" fmla="*/ 609260 h 5505810"/>
              <a:gd name="connsiteX2" fmla="*/ 7823624 w 7823624"/>
              <a:gd name="connsiteY2" fmla="*/ 618028 h 5505810"/>
              <a:gd name="connsiteX3" fmla="*/ 7823624 w 7823624"/>
              <a:gd name="connsiteY3" fmla="*/ 1356037 h 5505810"/>
              <a:gd name="connsiteX4" fmla="*/ 7783921 w 7823624"/>
              <a:gd name="connsiteY4" fmla="*/ 1367061 h 5505810"/>
              <a:gd name="connsiteX5" fmla="*/ 7685829 w 7823624"/>
              <a:gd name="connsiteY5" fmla="*/ 1364631 h 5505810"/>
              <a:gd name="connsiteX6" fmla="*/ 7556041 w 7823624"/>
              <a:gd name="connsiteY6" fmla="*/ 1308528 h 5505810"/>
              <a:gd name="connsiteX7" fmla="*/ 7412440 w 7823624"/>
              <a:gd name="connsiteY7" fmla="*/ 765688 h 5505810"/>
              <a:gd name="connsiteX8" fmla="*/ 7676365 w 7823624"/>
              <a:gd name="connsiteY8" fmla="*/ 583688 h 5505810"/>
              <a:gd name="connsiteX9" fmla="*/ 7062857 w 7823624"/>
              <a:gd name="connsiteY9" fmla="*/ 396783 h 5505810"/>
              <a:gd name="connsiteX10" fmla="*/ 7127059 w 7823624"/>
              <a:gd name="connsiteY10" fmla="*/ 424535 h 5505810"/>
              <a:gd name="connsiteX11" fmla="*/ 7198094 w 7823624"/>
              <a:gd name="connsiteY11" fmla="*/ 693059 h 5505810"/>
              <a:gd name="connsiteX12" fmla="*/ 7099157 w 7823624"/>
              <a:gd name="connsiteY12" fmla="*/ 778505 h 5505810"/>
              <a:gd name="connsiteX13" fmla="*/ 7034998 w 7823624"/>
              <a:gd name="connsiteY13" fmla="*/ 780480 h 5505810"/>
              <a:gd name="connsiteX14" fmla="*/ 6970795 w 7823624"/>
              <a:gd name="connsiteY14" fmla="*/ 752727 h 5505810"/>
              <a:gd name="connsiteX15" fmla="*/ 6899760 w 7823624"/>
              <a:gd name="connsiteY15" fmla="*/ 484203 h 5505810"/>
              <a:gd name="connsiteX16" fmla="*/ 7062857 w 7823624"/>
              <a:gd name="connsiteY16" fmla="*/ 396783 h 5505810"/>
              <a:gd name="connsiteX17" fmla="*/ 1780739 w 7823624"/>
              <a:gd name="connsiteY17" fmla="*/ 1190 h 5505810"/>
              <a:gd name="connsiteX18" fmla="*/ 2850847 w 7823624"/>
              <a:gd name="connsiteY18" fmla="*/ 384530 h 5505810"/>
              <a:gd name="connsiteX19" fmla="*/ 3809413 w 7823624"/>
              <a:gd name="connsiteY19" fmla="*/ 1153764 h 5505810"/>
              <a:gd name="connsiteX20" fmla="*/ 5160376 w 7823624"/>
              <a:gd name="connsiteY20" fmla="*/ 1003825 h 5505810"/>
              <a:gd name="connsiteX21" fmla="*/ 5677238 w 7823624"/>
              <a:gd name="connsiteY21" fmla="*/ 480424 h 5505810"/>
              <a:gd name="connsiteX22" fmla="*/ 7082965 w 7823624"/>
              <a:gd name="connsiteY22" fmla="*/ 1065272 h 5505810"/>
              <a:gd name="connsiteX23" fmla="*/ 7687818 w 7823624"/>
              <a:gd name="connsiteY23" fmla="*/ 1625585 h 5505810"/>
              <a:gd name="connsiteX24" fmla="*/ 7823624 w 7823624"/>
              <a:gd name="connsiteY24" fmla="*/ 1633445 h 5505810"/>
              <a:gd name="connsiteX25" fmla="*/ 7823624 w 7823624"/>
              <a:gd name="connsiteY25" fmla="*/ 5505810 h 5505810"/>
              <a:gd name="connsiteX26" fmla="*/ 1419133 w 7823624"/>
              <a:gd name="connsiteY26" fmla="*/ 5505810 h 5505810"/>
              <a:gd name="connsiteX27" fmla="*/ 1422753 w 7823624"/>
              <a:gd name="connsiteY27" fmla="*/ 5488656 h 5505810"/>
              <a:gd name="connsiteX28" fmla="*/ 1543078 w 7823624"/>
              <a:gd name="connsiteY28" fmla="*/ 4961644 h 5505810"/>
              <a:gd name="connsiteX29" fmla="*/ 1334564 w 7823624"/>
              <a:gd name="connsiteY29" fmla="*/ 4133160 h 5505810"/>
              <a:gd name="connsiteX30" fmla="*/ 670875 w 7823624"/>
              <a:gd name="connsiteY30" fmla="*/ 3489628 h 5505810"/>
              <a:gd name="connsiteX31" fmla="*/ 499515 w 7823624"/>
              <a:gd name="connsiteY31" fmla="*/ 578153 h 5505810"/>
              <a:gd name="connsiteX32" fmla="*/ 1780739 w 7823624"/>
              <a:gd name="connsiteY32" fmla="*/ 1190 h 550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823624" h="5505810">
                <a:moveTo>
                  <a:pt x="7676365" y="583688"/>
                </a:moveTo>
                <a:cubicBezTo>
                  <a:pt x="7719804" y="582304"/>
                  <a:pt x="7764489" y="590613"/>
                  <a:pt x="7807957" y="609260"/>
                </a:cubicBezTo>
                <a:lnTo>
                  <a:pt x="7823624" y="618028"/>
                </a:lnTo>
                <a:lnTo>
                  <a:pt x="7823624" y="1356037"/>
                </a:lnTo>
                <a:lnTo>
                  <a:pt x="7783921" y="1367061"/>
                </a:lnTo>
                <a:cubicBezTo>
                  <a:pt x="7751926" y="1371702"/>
                  <a:pt x="7718882" y="1370985"/>
                  <a:pt x="7685829" y="1364631"/>
                </a:cubicBezTo>
                <a:cubicBezTo>
                  <a:pt x="7641760" y="1356162"/>
                  <a:pt x="7597675" y="1337676"/>
                  <a:pt x="7556041" y="1308528"/>
                </a:cubicBezTo>
                <a:cubicBezTo>
                  <a:pt x="7389499" y="1191936"/>
                  <a:pt x="7325207" y="948898"/>
                  <a:pt x="7412440" y="765688"/>
                </a:cubicBezTo>
                <a:cubicBezTo>
                  <a:pt x="7466961" y="651183"/>
                  <a:pt x="7567768" y="587147"/>
                  <a:pt x="7676365" y="583688"/>
                </a:cubicBezTo>
                <a:close/>
                <a:moveTo>
                  <a:pt x="7062857" y="396783"/>
                </a:moveTo>
                <a:cubicBezTo>
                  <a:pt x="7084657" y="400973"/>
                  <a:pt x="7106463" y="410117"/>
                  <a:pt x="7127059" y="424535"/>
                </a:cubicBezTo>
                <a:cubicBezTo>
                  <a:pt x="7209442" y="482209"/>
                  <a:pt x="7241245" y="602433"/>
                  <a:pt x="7198094" y="693059"/>
                </a:cubicBezTo>
                <a:cubicBezTo>
                  <a:pt x="7176519" y="738373"/>
                  <a:pt x="7140289" y="767709"/>
                  <a:pt x="7099157" y="778505"/>
                </a:cubicBezTo>
                <a:cubicBezTo>
                  <a:pt x="7078590" y="783905"/>
                  <a:pt x="7056797" y="784670"/>
                  <a:pt x="7034998" y="780480"/>
                </a:cubicBezTo>
                <a:cubicBezTo>
                  <a:pt x="7013198" y="776289"/>
                  <a:pt x="6991391" y="767146"/>
                  <a:pt x="6970795" y="752727"/>
                </a:cubicBezTo>
                <a:cubicBezTo>
                  <a:pt x="6888412" y="695052"/>
                  <a:pt x="6856608" y="574829"/>
                  <a:pt x="6899760" y="484203"/>
                </a:cubicBezTo>
                <a:cubicBezTo>
                  <a:pt x="6932124" y="416232"/>
                  <a:pt x="6997458" y="384213"/>
                  <a:pt x="7062857" y="396783"/>
                </a:cubicBezTo>
                <a:close/>
                <a:moveTo>
                  <a:pt x="1780739" y="1190"/>
                </a:moveTo>
                <a:cubicBezTo>
                  <a:pt x="2129768" y="14988"/>
                  <a:pt x="2488852" y="148495"/>
                  <a:pt x="2850847" y="384530"/>
                </a:cubicBezTo>
                <a:cubicBezTo>
                  <a:pt x="3184362" y="601036"/>
                  <a:pt x="3487788" y="901267"/>
                  <a:pt x="3809413" y="1153764"/>
                </a:cubicBezTo>
                <a:cubicBezTo>
                  <a:pt x="4262448" y="1508236"/>
                  <a:pt x="4750558" y="1545992"/>
                  <a:pt x="5160376" y="1003825"/>
                </a:cubicBezTo>
                <a:cubicBezTo>
                  <a:pt x="5313232" y="801671"/>
                  <a:pt x="5481196" y="587300"/>
                  <a:pt x="5677238" y="480424"/>
                </a:cubicBezTo>
                <a:cubicBezTo>
                  <a:pt x="6182723" y="204840"/>
                  <a:pt x="6667481" y="431193"/>
                  <a:pt x="7082965" y="1065272"/>
                </a:cubicBezTo>
                <a:cubicBezTo>
                  <a:pt x="7249706" y="1319645"/>
                  <a:pt x="7421998" y="1601453"/>
                  <a:pt x="7687818" y="1625585"/>
                </a:cubicBezTo>
                <a:lnTo>
                  <a:pt x="7823624" y="1633445"/>
                </a:lnTo>
                <a:lnTo>
                  <a:pt x="7823624" y="5505810"/>
                </a:lnTo>
                <a:lnTo>
                  <a:pt x="1419133" y="5505810"/>
                </a:lnTo>
                <a:lnTo>
                  <a:pt x="1422753" y="5488656"/>
                </a:lnTo>
                <a:cubicBezTo>
                  <a:pt x="1462649" y="5312984"/>
                  <a:pt x="1506176" y="5138278"/>
                  <a:pt x="1543078" y="4961644"/>
                </a:cubicBezTo>
                <a:cubicBezTo>
                  <a:pt x="1609806" y="4640258"/>
                  <a:pt x="1539760" y="4343419"/>
                  <a:pt x="1334564" y="4133160"/>
                </a:cubicBezTo>
                <a:cubicBezTo>
                  <a:pt x="1117562" y="3910930"/>
                  <a:pt x="900716" y="3685928"/>
                  <a:pt x="670875" y="3489628"/>
                </a:cubicBezTo>
                <a:cubicBezTo>
                  <a:pt x="-321639" y="2642174"/>
                  <a:pt x="-67393" y="1165752"/>
                  <a:pt x="499515" y="578153"/>
                </a:cubicBezTo>
                <a:cubicBezTo>
                  <a:pt x="899852" y="163598"/>
                  <a:pt x="1331986" y="-16550"/>
                  <a:pt x="1780739" y="11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7579F4-7597-1088-4559-808EF88EB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-218614"/>
            <a:ext cx="10972800" cy="1570804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</a:rPr>
              <a:t>Complejidad algorítmica </a:t>
            </a:r>
            <a:endParaRPr lang="es-US" dirty="0">
              <a:solidFill>
                <a:srgbClr val="FFFFFF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D8CD260-3A95-6212-6F30-D9FF09C49361}"/>
              </a:ext>
            </a:extLst>
          </p:cNvPr>
          <p:cNvSpPr txBox="1"/>
          <p:nvPr/>
        </p:nvSpPr>
        <p:spPr>
          <a:xfrm>
            <a:off x="1882470" y="3524867"/>
            <a:ext cx="870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O(n)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B6F48E-4291-77A4-59A5-BC2F22D04BBB}"/>
              </a:ext>
            </a:extLst>
          </p:cNvPr>
          <p:cNvSpPr txBox="1"/>
          <p:nvPr/>
        </p:nvSpPr>
        <p:spPr>
          <a:xfrm>
            <a:off x="8186210" y="4458955"/>
            <a:ext cx="1990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O(n^2)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E01839-6B8C-CE9E-D212-2E8E13F43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8" y="2092639"/>
            <a:ext cx="5329067" cy="12404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090D2E5-18E3-127D-ECDF-E4A9A4B97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285" y="2011198"/>
            <a:ext cx="5391902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344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chemeClr val="accent6">
                <a:lumMod val="60000"/>
                <a:lumOff val="40000"/>
              </a:schemeClr>
            </a:gs>
            <a:gs pos="0">
              <a:schemeClr val="accent6">
                <a:lumMod val="75000"/>
              </a:schemeClr>
            </a:gs>
            <a:gs pos="63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6BDF4D-4826-490A-8307-7247A295E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0FF4CF-25CB-4537-9BBF-28B36C76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5328" y="1352190"/>
            <a:ext cx="7823624" cy="5505810"/>
          </a:xfrm>
          <a:custGeom>
            <a:avLst/>
            <a:gdLst>
              <a:gd name="connsiteX0" fmla="*/ 7676365 w 7823624"/>
              <a:gd name="connsiteY0" fmla="*/ 583688 h 5505810"/>
              <a:gd name="connsiteX1" fmla="*/ 7807957 w 7823624"/>
              <a:gd name="connsiteY1" fmla="*/ 609260 h 5505810"/>
              <a:gd name="connsiteX2" fmla="*/ 7823624 w 7823624"/>
              <a:gd name="connsiteY2" fmla="*/ 618028 h 5505810"/>
              <a:gd name="connsiteX3" fmla="*/ 7823624 w 7823624"/>
              <a:gd name="connsiteY3" fmla="*/ 1356037 h 5505810"/>
              <a:gd name="connsiteX4" fmla="*/ 7783921 w 7823624"/>
              <a:gd name="connsiteY4" fmla="*/ 1367061 h 5505810"/>
              <a:gd name="connsiteX5" fmla="*/ 7685829 w 7823624"/>
              <a:gd name="connsiteY5" fmla="*/ 1364631 h 5505810"/>
              <a:gd name="connsiteX6" fmla="*/ 7556041 w 7823624"/>
              <a:gd name="connsiteY6" fmla="*/ 1308528 h 5505810"/>
              <a:gd name="connsiteX7" fmla="*/ 7412440 w 7823624"/>
              <a:gd name="connsiteY7" fmla="*/ 765688 h 5505810"/>
              <a:gd name="connsiteX8" fmla="*/ 7676365 w 7823624"/>
              <a:gd name="connsiteY8" fmla="*/ 583688 h 5505810"/>
              <a:gd name="connsiteX9" fmla="*/ 7062857 w 7823624"/>
              <a:gd name="connsiteY9" fmla="*/ 396783 h 5505810"/>
              <a:gd name="connsiteX10" fmla="*/ 7127059 w 7823624"/>
              <a:gd name="connsiteY10" fmla="*/ 424535 h 5505810"/>
              <a:gd name="connsiteX11" fmla="*/ 7198094 w 7823624"/>
              <a:gd name="connsiteY11" fmla="*/ 693059 h 5505810"/>
              <a:gd name="connsiteX12" fmla="*/ 7099157 w 7823624"/>
              <a:gd name="connsiteY12" fmla="*/ 778505 h 5505810"/>
              <a:gd name="connsiteX13" fmla="*/ 7034998 w 7823624"/>
              <a:gd name="connsiteY13" fmla="*/ 780480 h 5505810"/>
              <a:gd name="connsiteX14" fmla="*/ 6970795 w 7823624"/>
              <a:gd name="connsiteY14" fmla="*/ 752727 h 5505810"/>
              <a:gd name="connsiteX15" fmla="*/ 6899760 w 7823624"/>
              <a:gd name="connsiteY15" fmla="*/ 484203 h 5505810"/>
              <a:gd name="connsiteX16" fmla="*/ 7062857 w 7823624"/>
              <a:gd name="connsiteY16" fmla="*/ 396783 h 5505810"/>
              <a:gd name="connsiteX17" fmla="*/ 1780739 w 7823624"/>
              <a:gd name="connsiteY17" fmla="*/ 1190 h 5505810"/>
              <a:gd name="connsiteX18" fmla="*/ 2850847 w 7823624"/>
              <a:gd name="connsiteY18" fmla="*/ 384530 h 5505810"/>
              <a:gd name="connsiteX19" fmla="*/ 3809413 w 7823624"/>
              <a:gd name="connsiteY19" fmla="*/ 1153764 h 5505810"/>
              <a:gd name="connsiteX20" fmla="*/ 5160376 w 7823624"/>
              <a:gd name="connsiteY20" fmla="*/ 1003825 h 5505810"/>
              <a:gd name="connsiteX21" fmla="*/ 5677238 w 7823624"/>
              <a:gd name="connsiteY21" fmla="*/ 480424 h 5505810"/>
              <a:gd name="connsiteX22" fmla="*/ 7082965 w 7823624"/>
              <a:gd name="connsiteY22" fmla="*/ 1065272 h 5505810"/>
              <a:gd name="connsiteX23" fmla="*/ 7687818 w 7823624"/>
              <a:gd name="connsiteY23" fmla="*/ 1625585 h 5505810"/>
              <a:gd name="connsiteX24" fmla="*/ 7823624 w 7823624"/>
              <a:gd name="connsiteY24" fmla="*/ 1633445 h 5505810"/>
              <a:gd name="connsiteX25" fmla="*/ 7823624 w 7823624"/>
              <a:gd name="connsiteY25" fmla="*/ 5505810 h 5505810"/>
              <a:gd name="connsiteX26" fmla="*/ 1419133 w 7823624"/>
              <a:gd name="connsiteY26" fmla="*/ 5505810 h 5505810"/>
              <a:gd name="connsiteX27" fmla="*/ 1422753 w 7823624"/>
              <a:gd name="connsiteY27" fmla="*/ 5488656 h 5505810"/>
              <a:gd name="connsiteX28" fmla="*/ 1543078 w 7823624"/>
              <a:gd name="connsiteY28" fmla="*/ 4961644 h 5505810"/>
              <a:gd name="connsiteX29" fmla="*/ 1334564 w 7823624"/>
              <a:gd name="connsiteY29" fmla="*/ 4133160 h 5505810"/>
              <a:gd name="connsiteX30" fmla="*/ 670875 w 7823624"/>
              <a:gd name="connsiteY30" fmla="*/ 3489628 h 5505810"/>
              <a:gd name="connsiteX31" fmla="*/ 499515 w 7823624"/>
              <a:gd name="connsiteY31" fmla="*/ 578153 h 5505810"/>
              <a:gd name="connsiteX32" fmla="*/ 1780739 w 7823624"/>
              <a:gd name="connsiteY32" fmla="*/ 1190 h 550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823624" h="5505810">
                <a:moveTo>
                  <a:pt x="7676365" y="583688"/>
                </a:moveTo>
                <a:cubicBezTo>
                  <a:pt x="7719804" y="582304"/>
                  <a:pt x="7764489" y="590613"/>
                  <a:pt x="7807957" y="609260"/>
                </a:cubicBezTo>
                <a:lnTo>
                  <a:pt x="7823624" y="618028"/>
                </a:lnTo>
                <a:lnTo>
                  <a:pt x="7823624" y="1356037"/>
                </a:lnTo>
                <a:lnTo>
                  <a:pt x="7783921" y="1367061"/>
                </a:lnTo>
                <a:cubicBezTo>
                  <a:pt x="7751926" y="1371702"/>
                  <a:pt x="7718882" y="1370985"/>
                  <a:pt x="7685829" y="1364631"/>
                </a:cubicBezTo>
                <a:cubicBezTo>
                  <a:pt x="7641760" y="1356162"/>
                  <a:pt x="7597675" y="1337676"/>
                  <a:pt x="7556041" y="1308528"/>
                </a:cubicBezTo>
                <a:cubicBezTo>
                  <a:pt x="7389499" y="1191936"/>
                  <a:pt x="7325207" y="948898"/>
                  <a:pt x="7412440" y="765688"/>
                </a:cubicBezTo>
                <a:cubicBezTo>
                  <a:pt x="7466961" y="651183"/>
                  <a:pt x="7567768" y="587147"/>
                  <a:pt x="7676365" y="583688"/>
                </a:cubicBezTo>
                <a:close/>
                <a:moveTo>
                  <a:pt x="7062857" y="396783"/>
                </a:moveTo>
                <a:cubicBezTo>
                  <a:pt x="7084657" y="400973"/>
                  <a:pt x="7106463" y="410117"/>
                  <a:pt x="7127059" y="424535"/>
                </a:cubicBezTo>
                <a:cubicBezTo>
                  <a:pt x="7209442" y="482209"/>
                  <a:pt x="7241245" y="602433"/>
                  <a:pt x="7198094" y="693059"/>
                </a:cubicBezTo>
                <a:cubicBezTo>
                  <a:pt x="7176519" y="738373"/>
                  <a:pt x="7140289" y="767709"/>
                  <a:pt x="7099157" y="778505"/>
                </a:cubicBezTo>
                <a:cubicBezTo>
                  <a:pt x="7078590" y="783905"/>
                  <a:pt x="7056797" y="784670"/>
                  <a:pt x="7034998" y="780480"/>
                </a:cubicBezTo>
                <a:cubicBezTo>
                  <a:pt x="7013198" y="776289"/>
                  <a:pt x="6991391" y="767146"/>
                  <a:pt x="6970795" y="752727"/>
                </a:cubicBezTo>
                <a:cubicBezTo>
                  <a:pt x="6888412" y="695052"/>
                  <a:pt x="6856608" y="574829"/>
                  <a:pt x="6899760" y="484203"/>
                </a:cubicBezTo>
                <a:cubicBezTo>
                  <a:pt x="6932124" y="416232"/>
                  <a:pt x="6997458" y="384213"/>
                  <a:pt x="7062857" y="396783"/>
                </a:cubicBezTo>
                <a:close/>
                <a:moveTo>
                  <a:pt x="1780739" y="1190"/>
                </a:moveTo>
                <a:cubicBezTo>
                  <a:pt x="2129768" y="14988"/>
                  <a:pt x="2488852" y="148495"/>
                  <a:pt x="2850847" y="384530"/>
                </a:cubicBezTo>
                <a:cubicBezTo>
                  <a:pt x="3184362" y="601036"/>
                  <a:pt x="3487788" y="901267"/>
                  <a:pt x="3809413" y="1153764"/>
                </a:cubicBezTo>
                <a:cubicBezTo>
                  <a:pt x="4262448" y="1508236"/>
                  <a:pt x="4750558" y="1545992"/>
                  <a:pt x="5160376" y="1003825"/>
                </a:cubicBezTo>
                <a:cubicBezTo>
                  <a:pt x="5313232" y="801671"/>
                  <a:pt x="5481196" y="587300"/>
                  <a:pt x="5677238" y="480424"/>
                </a:cubicBezTo>
                <a:cubicBezTo>
                  <a:pt x="6182723" y="204840"/>
                  <a:pt x="6667481" y="431193"/>
                  <a:pt x="7082965" y="1065272"/>
                </a:cubicBezTo>
                <a:cubicBezTo>
                  <a:pt x="7249706" y="1319645"/>
                  <a:pt x="7421998" y="1601453"/>
                  <a:pt x="7687818" y="1625585"/>
                </a:cubicBezTo>
                <a:lnTo>
                  <a:pt x="7823624" y="1633445"/>
                </a:lnTo>
                <a:lnTo>
                  <a:pt x="7823624" y="5505810"/>
                </a:lnTo>
                <a:lnTo>
                  <a:pt x="1419133" y="5505810"/>
                </a:lnTo>
                <a:lnTo>
                  <a:pt x="1422753" y="5488656"/>
                </a:lnTo>
                <a:cubicBezTo>
                  <a:pt x="1462649" y="5312984"/>
                  <a:pt x="1506176" y="5138278"/>
                  <a:pt x="1543078" y="4961644"/>
                </a:cubicBezTo>
                <a:cubicBezTo>
                  <a:pt x="1609806" y="4640258"/>
                  <a:pt x="1539760" y="4343419"/>
                  <a:pt x="1334564" y="4133160"/>
                </a:cubicBezTo>
                <a:cubicBezTo>
                  <a:pt x="1117562" y="3910930"/>
                  <a:pt x="900716" y="3685928"/>
                  <a:pt x="670875" y="3489628"/>
                </a:cubicBezTo>
                <a:cubicBezTo>
                  <a:pt x="-321639" y="2642174"/>
                  <a:pt x="-67393" y="1165752"/>
                  <a:pt x="499515" y="578153"/>
                </a:cubicBezTo>
                <a:cubicBezTo>
                  <a:pt x="899852" y="163598"/>
                  <a:pt x="1331986" y="-16550"/>
                  <a:pt x="1780739" y="11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7579F4-7597-1088-4559-808EF88EB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-218614"/>
            <a:ext cx="10972800" cy="1570804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</a:rPr>
              <a:t>Complejidad algorítmica </a:t>
            </a:r>
            <a:endParaRPr lang="es-US" dirty="0">
              <a:solidFill>
                <a:srgbClr val="FFFFFF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D8CD260-3A95-6212-6F30-D9FF09C49361}"/>
              </a:ext>
            </a:extLst>
          </p:cNvPr>
          <p:cNvSpPr txBox="1"/>
          <p:nvPr/>
        </p:nvSpPr>
        <p:spPr>
          <a:xfrm>
            <a:off x="1656328" y="4458955"/>
            <a:ext cx="1942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O(n!)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B6F48E-4291-77A4-59A5-BC2F22D04BBB}"/>
              </a:ext>
            </a:extLst>
          </p:cNvPr>
          <p:cNvSpPr txBox="1"/>
          <p:nvPr/>
        </p:nvSpPr>
        <p:spPr>
          <a:xfrm>
            <a:off x="7330803" y="4237924"/>
            <a:ext cx="1990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O(2^n)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F00B70-2658-DADB-DE4A-023447687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48" y="2011198"/>
            <a:ext cx="3867690" cy="22196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BEE44DD-EBED-A5F9-94B3-0CAC0012B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796" y="1936954"/>
            <a:ext cx="6696897" cy="217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81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6B4AF-2CE3-3F04-39CF-B679E3857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361" y="-147484"/>
            <a:ext cx="10972800" cy="1325563"/>
          </a:xfrm>
        </p:spPr>
        <p:txBody>
          <a:bodyPr/>
          <a:lstStyle/>
          <a:p>
            <a:r>
              <a:rPr lang="es-ES" dirty="0"/>
              <a:t>Ejercicio</a:t>
            </a:r>
            <a:endParaRPr lang="es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49C7C3-7DC5-02C9-8BC2-1B7DE59E1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38" y="922594"/>
            <a:ext cx="6832503" cy="521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12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6B4AF-2CE3-3F04-39CF-B679E3857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361" y="-147484"/>
            <a:ext cx="10972800" cy="1325563"/>
          </a:xfrm>
        </p:spPr>
        <p:txBody>
          <a:bodyPr/>
          <a:lstStyle/>
          <a:p>
            <a:r>
              <a:rPr lang="es-ES" dirty="0"/>
              <a:t>Ejercicio</a:t>
            </a:r>
            <a:endParaRPr lang="es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3A972A-E862-136E-1B95-AAEF0AA69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75" y="1583383"/>
            <a:ext cx="10027850" cy="320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72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6B4AF-2CE3-3F04-39CF-B679E3857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361" y="-147484"/>
            <a:ext cx="10972800" cy="1325563"/>
          </a:xfrm>
        </p:spPr>
        <p:txBody>
          <a:bodyPr/>
          <a:lstStyle/>
          <a:p>
            <a:r>
              <a:rPr lang="es-ES" dirty="0"/>
              <a:t>Ejercicio</a:t>
            </a:r>
            <a:endParaRPr lang="es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ECB621D-980C-DE1A-6E86-BC14381FB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594" y="1509674"/>
            <a:ext cx="8496701" cy="484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226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6B4AF-2CE3-3F04-39CF-B679E3857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361" y="-147484"/>
            <a:ext cx="10972800" cy="1325563"/>
          </a:xfrm>
        </p:spPr>
        <p:txBody>
          <a:bodyPr/>
          <a:lstStyle/>
          <a:p>
            <a:r>
              <a:rPr lang="es-ES" dirty="0"/>
              <a:t>Ejercicio</a:t>
            </a:r>
            <a:endParaRPr lang="es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8312A6-4CED-1A27-08DB-4EE96F6D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72" y="609599"/>
            <a:ext cx="7802064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17178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66</Words>
  <Application>Microsoft Office PowerPoint</Application>
  <PresentationFormat>Panorámica</PresentationFormat>
  <Paragraphs>28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ADLaM Display</vt:lpstr>
      <vt:lpstr>Aptos</vt:lpstr>
      <vt:lpstr>Arial</vt:lpstr>
      <vt:lpstr>Avenir Next LT Pro</vt:lpstr>
      <vt:lpstr>Posterama</vt:lpstr>
      <vt:lpstr>SplashVTI</vt:lpstr>
      <vt:lpstr>Tutoría de Estructura de datos N° 2</vt:lpstr>
      <vt:lpstr>Complejidad algorítmica</vt:lpstr>
      <vt:lpstr>Complejidad algorítmica</vt:lpstr>
      <vt:lpstr>Complejidad algorítmica </vt:lpstr>
      <vt:lpstr>Complejidad algorítmica </vt:lpstr>
      <vt:lpstr>Complejidad algorítmica </vt:lpstr>
      <vt:lpstr>Ejercicio</vt:lpstr>
      <vt:lpstr>Ejercicio</vt:lpstr>
      <vt:lpstr>Ejercicio</vt:lpstr>
      <vt:lpstr>Ejercicio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nuñez</dc:creator>
  <cp:lastModifiedBy>cristian nuñez</cp:lastModifiedBy>
  <cp:revision>13</cp:revision>
  <dcterms:created xsi:type="dcterms:W3CDTF">2024-08-26T19:39:28Z</dcterms:created>
  <dcterms:modified xsi:type="dcterms:W3CDTF">2024-09-11T12:53:31Z</dcterms:modified>
</cp:coreProperties>
</file>